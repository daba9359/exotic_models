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100" d="100"/>
          <a:sy n="100" d="100"/>
        </p:scale>
        <p:origin x="4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45A33-314D-B016-2E3F-7CC5E9768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89F8E1-09B5-E539-7FE6-6F3CF5DF4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11C68-5A85-C343-5816-36C98A2FC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B7FC-E836-43B3-86A2-1806A3F6E2A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2F40A-76F4-70E4-914A-18E2133CB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5C726-D9A9-9D52-CC74-4E07F1148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888-B52B-4724-BCFC-357CF393F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4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26CB-3114-F8FD-6517-18B5C0BFC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3BA96-D4E4-A61F-F5D3-62A10D840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ED79D-355A-A9B2-D78C-7C53AAAA8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B7FC-E836-43B3-86A2-1806A3F6E2A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24AA6-7FF9-2FCB-3D19-6B16FE464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28409-EF7F-45C3-3421-FC0871CCD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888-B52B-4724-BCFC-357CF393F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95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36869-5820-B172-AD80-1115D5733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FCF97-228B-9BB4-D5D5-915F48934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2D68D-6F1C-01C7-28EF-6B5670FDE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B7FC-E836-43B3-86A2-1806A3F6E2A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62153-63FC-DFC2-123B-DC96A5977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A46C4-B9E5-F05D-C995-1BBCF207B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888-B52B-4724-BCFC-357CF393F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104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598BC-C5E4-0A66-800E-31652B71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849AD-935B-CB37-5A14-7855CD2F3E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57FF9-25D7-9CB4-F46A-99748DC26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C6838-A12C-B63C-E07E-F3CC4C33B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B7FC-E836-43B3-86A2-1806A3F6E2A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FF1EA-C8A0-E6EE-2116-5AF3EA1C4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C48F6-6C63-7995-6ADA-6B848F401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888-B52B-4724-BCFC-357CF393F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484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C5484-A091-8C6B-21E6-75617EF50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24DA5-7A2B-66C7-EB1E-F6F3DB828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1FDE8-19CF-EB8D-71B0-7197D5764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2755E1-5B39-9C78-931A-3E51D8545E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21BC7C-5AFD-127F-BD4B-D8EF30B72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BE352D-A223-A466-F336-9C5E909E0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B7FC-E836-43B3-86A2-1806A3F6E2A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55A087-9BD4-D856-A679-D0BD308D4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D73B83-EB41-4516-F948-EB18DB221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888-B52B-4724-BCFC-357CF393F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5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4B2FC-B7A5-516A-865E-76E1479EB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1BE06B-1E8B-D4E1-C074-C1AB3F31E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B7FC-E836-43B3-86A2-1806A3F6E2A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831195-BC95-F044-0880-F2D41A849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D9D99-7166-DAE0-E996-2C8B86B2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888-B52B-4724-BCFC-357CF393F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089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2F8185-DCE9-BBC2-2C09-E79863C83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B7FC-E836-43B3-86A2-1806A3F6E2A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E769DB-C157-F69C-12C9-702475154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E6F6E-524C-8A52-6EEB-B523E81BB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888-B52B-4724-BCFC-357CF393F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98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622E1-E667-EC32-E21C-03654AB5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BBB7C-5685-BC56-177E-B4F2E54D8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D14E4-B633-0187-823D-14820C1E4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E6823-25AB-5CB2-214C-8DD477EB0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B7FC-E836-43B3-86A2-1806A3F6E2A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DBEEB-3DEE-DAF6-C21B-6E3FC06D3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347FA9-445B-F00E-1741-00D7F57C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888-B52B-4724-BCFC-357CF393F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54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E1F55-4456-C625-B9E7-B4979E1CF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BB7EEF-B7B8-C7C8-C927-6FE7F3D34E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2FD20-F195-81C6-5B9B-78ECE85896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35D7-1499-6BC4-384D-801233B0A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B7FC-E836-43B3-86A2-1806A3F6E2A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DFE689-8045-8E3F-402E-2FD72B173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6BF624-B342-D9F9-8E02-56B782910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888-B52B-4724-BCFC-357CF393F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0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D13C9-375E-3AD3-46F7-AEE4146B0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61678D-64B4-81BD-5AD1-79F5A346EF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B01C0-A34C-5256-B982-5DFA2FE7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B7FC-E836-43B3-86A2-1806A3F6E2A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0679D-F073-D9FB-1EA9-D0798A457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A0889-3863-4D76-F33E-7EF46C133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888-B52B-4724-BCFC-357CF393F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695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9E5860-7FB1-E189-E518-B893A3C36A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4BD20-9041-BF3B-5119-D4F3AB617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F109F-B8E5-A846-6397-A5F2F1094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B7FC-E836-43B3-86A2-1806A3F6E2A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A5AFD-B6C8-D0A5-0D8B-C03CC84E0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543A7-3037-641A-F710-031F8746D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888-B52B-4724-BCFC-357CF393F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47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1CADC0-32E4-E884-9D7E-D8706035C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221F7-464A-76CC-0B89-5769D7FF5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9C911-2938-DE7B-2DDB-1ED0C1E930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CB7FC-E836-43B3-86A2-1806A3F6E2A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7F6F8-6347-4523-20A4-AAFDCEFBC5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0D3F3-2280-330C-DCED-9651E466B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1B888-B52B-4724-BCFC-357CF393F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66F86-6E3F-5677-4AE1-3A0FACFA4B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A4C403-ABD0-64C2-94D8-41E2366D16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1022600-C0D3-3B53-7BCB-DA2DE65A522F}"/>
              </a:ext>
            </a:extLst>
          </p:cNvPr>
          <p:cNvGrpSpPr>
            <a:grpSpLocks noChangeAspect="1"/>
          </p:cNvGrpSpPr>
          <p:nvPr/>
        </p:nvGrpSpPr>
        <p:grpSpPr>
          <a:xfrm>
            <a:off x="939450" y="210362"/>
            <a:ext cx="9525350" cy="6599202"/>
            <a:chOff x="37750" y="-1627659"/>
            <a:chExt cx="12192000" cy="844666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01E49CD-E3F7-1D53-171D-4F28C2903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50" y="3414319"/>
              <a:ext cx="12192000" cy="340469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5EFA708-FD51-C245-44E6-5970AC5CC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50" y="-1627659"/>
              <a:ext cx="12192000" cy="50419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9730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Barker</dc:creator>
  <cp:lastModifiedBy>David Barker</cp:lastModifiedBy>
  <cp:revision>1</cp:revision>
  <dcterms:created xsi:type="dcterms:W3CDTF">2026-05-21T16:41:38Z</dcterms:created>
  <dcterms:modified xsi:type="dcterms:W3CDTF">2026-05-21T21:13:10Z</dcterms:modified>
</cp:coreProperties>
</file>