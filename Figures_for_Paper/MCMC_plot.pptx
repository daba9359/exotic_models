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66" d="100"/>
          <a:sy n="66" d="100"/>
        </p:scale>
        <p:origin x="944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73B74-DD46-233D-FB33-979E39117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952752-5AA5-251B-0A5B-EF9DBB842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3C6B-1B17-466E-22A3-2E864326C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59440-280B-4979-BB8D-AC0F401E8FA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1F475-D1AF-D124-391D-EF1382DB4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2D2D6-F838-4D10-41D2-1B4E4A6CB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1EE3A-C8B0-414B-885A-09FBF40F3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B1008-1A7B-F016-2BE0-92B256BE2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D26FF-FA90-EEB9-BDE6-80B498C59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B4C23-E132-A593-C53D-1685465DE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59440-280B-4979-BB8D-AC0F401E8FA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FA2B9-7E89-F5CE-20F2-C586182ED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A4170-1563-D21A-C633-2321E8A9A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1EE3A-C8B0-414B-885A-09FBF40F3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59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AEED-1674-4BFD-2604-E30D36731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5F46F-A426-BBFE-5A66-3B6EF36E9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318ED-829D-023C-EB01-4A1E8B7D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59440-280B-4979-BB8D-AC0F401E8FA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F11A6-6889-35BB-304E-711BE50BD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B9EB8-578C-F855-9C32-944AE4E8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1EE3A-C8B0-414B-885A-09FBF40F3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48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7F491-93B0-CC5D-AF13-9CC6E6316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DA568-8112-B305-21CC-503A6EE4EC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E55402-20C1-E027-4EA4-A2D2C9BE8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5E8290-3322-5AED-EBE7-D8E8A8C76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59440-280B-4979-BB8D-AC0F401E8FA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D5C98-8A25-FE68-FBDD-7A4EEF39C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24D09-F153-5B16-82AD-EB11B4C63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1EE3A-C8B0-414B-885A-09FBF40F3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573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56D9D-B45B-A1DD-D8AC-9BDC60944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7F5B9-2D02-4917-63E8-0F72066B2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97364-E1B3-FBF7-113F-1199A4A54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6C94D1-4864-10E3-CB5D-477DA2B641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C7543B-C8D1-5CF2-2EA4-7970451EE9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782081-0F58-6BB0-6B14-F75C7143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59440-280B-4979-BB8D-AC0F401E8FA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6809EB-B5F4-4DCF-FDEF-C00875E4E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6610F6-84D6-03E7-B44D-61AB35AF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1EE3A-C8B0-414B-885A-09FBF40F3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103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0CFA8-2682-94EE-FA06-61363196F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E53783-06AF-02C3-6778-4DA88C33F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59440-280B-4979-BB8D-AC0F401E8FA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E3D97D-A3D1-2E02-12A1-F0CA74818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02E427-85B9-787E-A36B-5A931F53E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1EE3A-C8B0-414B-885A-09FBF40F3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69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D7821D-C191-4485-46B1-9D831A4E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59440-280B-4979-BB8D-AC0F401E8FA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9FD26F-CA17-2272-B511-5E1B6163E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271C5-02DE-1F30-78BC-A31FA3BC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1EE3A-C8B0-414B-885A-09FBF40F3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744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00213-963E-631C-29CD-BC8AEA43F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30C8F-DC94-4DFF-6BE5-8C9B1A026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DD4F67-6910-2DA7-C91B-549371CEF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02988-DBEA-48F1-BB20-B23B6F12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59440-280B-4979-BB8D-AC0F401E8FA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76440-7785-FD0B-5944-72CC9FA3B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E6F23-116D-F983-6073-7694CB1E5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1EE3A-C8B0-414B-885A-09FBF40F3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60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9AAC2-938B-C815-C8AA-B7A70CFAA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12B909-928E-4109-B201-CAA7941737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E3C03-D55D-6797-1A57-30FDD5EED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1DF9A-9DAE-2D56-2D2A-6BB9A89C8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59440-280B-4979-BB8D-AC0F401E8FA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8FC56-B70C-626B-0FC5-72226EB16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41E33-7BBA-18A0-AE51-39EE6CFE8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1EE3A-C8B0-414B-885A-09FBF40F3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13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3F2D6-7CB9-BB38-1A70-6BD0FD3B1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277A6-E8B6-C4FA-E256-FE709A578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10B66-66B6-B541-9780-702567679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59440-280B-4979-BB8D-AC0F401E8FA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45B34-A271-D0AD-B0A2-740D99BDF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61C24-AB69-56E9-BAF4-9EC21720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1EE3A-C8B0-414B-885A-09FBF40F3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319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A3B780-7FAC-2AE9-1966-0337889504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8ACDCB-9ACC-8EF7-4E63-4EAB6EA95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5372A-80BD-B796-C6B3-7B4C2A84C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59440-280B-4979-BB8D-AC0F401E8FA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E02FC-D30F-59D2-64BD-A6FBAFD6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E4851-EF4F-8F73-BCBA-652AA89B0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1EE3A-C8B0-414B-885A-09FBF40F3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97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6C0E22-B539-A93F-E80F-B2F6F6F4F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5E6FB-E19D-CF9C-F5C5-A88E83C20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4F2E4-366B-7F53-8C66-E5094905C7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59440-280B-4979-BB8D-AC0F401E8FA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1ECF0-3F41-3418-44AC-57D7EDB55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FCD7F-181F-812A-6722-DD9E6A493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1EE3A-C8B0-414B-885A-09FBF40F3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80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1F933DE3-AE86-DB89-6F7A-E65F9DEB6EC7}"/>
              </a:ext>
            </a:extLst>
          </p:cNvPr>
          <p:cNvGrpSpPr/>
          <p:nvPr/>
        </p:nvGrpSpPr>
        <p:grpSpPr>
          <a:xfrm>
            <a:off x="2927503" y="507805"/>
            <a:ext cx="6640009" cy="5560963"/>
            <a:chOff x="2946753" y="113169"/>
            <a:chExt cx="6640009" cy="556096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4A986F8-77A2-CC29-6CED-D0B9E5F7F61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46753" y="113169"/>
              <a:ext cx="6640009" cy="3586013"/>
              <a:chOff x="-2000632" y="250033"/>
              <a:chExt cx="15333501" cy="8281032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84A93276-B405-9F4A-3E1D-FE53159B860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85766" y="250033"/>
                <a:ext cx="10420468" cy="4272534"/>
                <a:chOff x="130851" y="0"/>
                <a:chExt cx="12521474" cy="5133975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43E254D7-E56B-A6F6-D6F4-077E10D7EC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30851" y="0"/>
                  <a:ext cx="4000500" cy="5133975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AEF56447-BB90-2E3E-7E98-6FE89AB2BC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38650" y="0"/>
                  <a:ext cx="3724275" cy="5133975"/>
                </a:xfrm>
                <a:prstGeom prst="rect">
                  <a:avLst/>
                </a:prstGeom>
              </p:spPr>
            </p:pic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E573E413-CB98-C891-5446-5003022FEA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023175" y="0"/>
                  <a:ext cx="4629150" cy="5114925"/>
                </a:xfrm>
                <a:prstGeom prst="rect">
                  <a:avLst/>
                </a:prstGeom>
              </p:spPr>
            </p:pic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8E4E38C-3186-A7A4-9B96-54FB295531B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2000632" y="4606316"/>
                <a:ext cx="15333501" cy="3924749"/>
                <a:chOff x="-1905059" y="4568413"/>
                <a:chExt cx="22240875" cy="5692754"/>
              </a:xfrm>
            </p:grpSpPr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F4E9A96E-40B1-F2E7-1DED-8FB267BCE0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-1905059" y="4593792"/>
                  <a:ext cx="5581650" cy="5657850"/>
                </a:xfrm>
                <a:prstGeom prst="rect">
                  <a:avLst/>
                </a:prstGeom>
              </p:spPr>
            </p:pic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CB538AFB-C2BB-39BA-2D92-D235E9048B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76591" y="4584267"/>
                  <a:ext cx="5543550" cy="5676900"/>
                </a:xfrm>
                <a:prstGeom prst="rect">
                  <a:avLst/>
                </a:prstGeom>
              </p:spPr>
            </p:pic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E1A56888-B1CE-2B99-C326-70E907D502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01091" y="4568413"/>
                  <a:ext cx="5600700" cy="5676900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95856077-C708-AC52-53CB-F76B5930C9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801791" y="4584267"/>
                  <a:ext cx="5534025" cy="565785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795E675-D89E-E9B0-7447-64C032599B2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692946" y="3827044"/>
              <a:ext cx="5454488" cy="1847088"/>
              <a:chOff x="-1488406" y="4019550"/>
              <a:chExt cx="16764000" cy="5676900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31BEF85F-E601-5244-C012-EE9217A507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1488406" y="4019550"/>
                <a:ext cx="5543550" cy="5676900"/>
              </a:xfrm>
              <a:prstGeom prst="rect">
                <a:avLst/>
              </a:prstGeom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D7EA767C-B5F1-578B-51EF-9BDDE8A044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55144" y="4019550"/>
                <a:ext cx="5543550" cy="5676900"/>
              </a:xfrm>
              <a:prstGeom prst="rect">
                <a:avLst/>
              </a:prstGeom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F509A7F2-A690-62AA-CD31-3AC3FD4B21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598694" y="4019550"/>
                <a:ext cx="5676900" cy="56769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96992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Barker</dc:creator>
  <cp:lastModifiedBy>David Barker</cp:lastModifiedBy>
  <cp:revision>1</cp:revision>
  <dcterms:created xsi:type="dcterms:W3CDTF">2026-05-19T23:32:55Z</dcterms:created>
  <dcterms:modified xsi:type="dcterms:W3CDTF">2026-05-20T00:51:03Z</dcterms:modified>
</cp:coreProperties>
</file>