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93" autoAdjust="0"/>
    <p:restoredTop sz="94660"/>
  </p:normalViewPr>
  <p:slideViewPr>
    <p:cSldViewPr snapToGrid="0">
      <p:cViewPr varScale="1">
        <p:scale>
          <a:sx n="144" d="100"/>
          <a:sy n="144" d="100"/>
        </p:scale>
        <p:origin x="84" y="2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D73B74-DD46-233D-FB33-979E391172D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5952752-5AA5-251B-0A5B-EF9DBB842A7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CB3C6B-1B17-466E-22A3-2E864326CC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B59440-280B-4979-BB8D-AC0F401E8FAB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8D1F475-D1AF-D124-391D-EF1382DB48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462D2D6-F838-4D10-41D2-1B4E4A6CB0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1EE3A-C8B0-414B-885A-09FBF40F3A2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0555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EB1008-1A7B-F016-2BE0-92B256BE24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BD26FF-FA90-EEB9-BDE6-80B498C596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68B4C23-E132-A593-C53D-1685465DE0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B59440-280B-4979-BB8D-AC0F401E8FAB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A5FA2B9-7E89-F5CE-20F2-C586182ED3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18A4170-1563-D21A-C633-2321E8A9A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1EE3A-C8B0-414B-885A-09FBF40F3A2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565993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48AEED-1674-4BFD-2604-E30D367310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855F46F-A426-BBFE-5A66-3B6EF36E9B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DB318ED-829D-023C-EB01-4A1E8B7D0F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B59440-280B-4979-BB8D-AC0F401E8FAB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2F11A6-6889-35BB-304E-711BE50BD8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ABB9EB8-578C-F855-9C32-944AE4E89F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1EE3A-C8B0-414B-885A-09FBF40F3A2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2481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87F491-93B0-CC5D-AF13-9CC6E63164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4DA568-8112-B305-21CC-503A6EE4ECD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EE55402-20C1-E027-4EA4-A2D2C9BE8DD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D5E8290-3322-5AED-EBE7-D8E8A8C768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B59440-280B-4979-BB8D-AC0F401E8FAB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EFD5C98-8A25-FE68-FBDD-7A4EEF39CC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8924D09-F153-5B16-82AD-EB11B4C63E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1EE3A-C8B0-414B-885A-09FBF40F3A2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85734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156D9D-B45B-A1DD-D8AC-9BDC609447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D7F5B9-2D02-4917-63E8-0F72066B25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2597364-E1B3-FBF7-113F-1199A4A54AB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E6C94D1-4864-10E3-CB5D-477DA2B6417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8C7543B-C8D1-5CF2-2EA4-7970451EE9B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2782081-0F58-6BB0-6B14-F75C714364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B59440-280B-4979-BB8D-AC0F401E8FAB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66809EB-B5F4-4DCF-FDEF-C00875E4E0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06610F6-84D6-03E7-B44D-61AB35AF35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1EE3A-C8B0-414B-885A-09FBF40F3A2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71036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B0CFA8-2682-94EE-FA06-61363196F9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AE53783-06AF-02C3-6778-4DA88C33F5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B59440-280B-4979-BB8D-AC0F401E8FAB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7E3D97D-A3D1-2E02-12A1-F0CA74818D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402E427-85B9-787E-A36B-5A931F53EA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1EE3A-C8B0-414B-885A-09FBF40F3A2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506994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CD7821D-C191-4485-46B1-9D831A4E58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B59440-280B-4979-BB8D-AC0F401E8FAB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29FD26F-CA17-2272-B511-5E1B6163EE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9271C5-02DE-1F30-78BC-A31FA3BC92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1EE3A-C8B0-414B-885A-09FBF40F3A2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074449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A00213-963E-631C-29CD-BC8AEA43F1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C30C8F-DC94-4DFF-6BE5-8C9B1A026E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BDD4F67-6910-2DA7-C91B-549371CEF25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4702988-DBEA-48F1-BB20-B23B6F12D4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B59440-280B-4979-BB8D-AC0F401E8FAB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9C76440-7785-FD0B-5944-72CC9FA3B0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11E6F23-116D-F983-6073-7694CB1E52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1EE3A-C8B0-414B-885A-09FBF40F3A2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46043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D9AAC2-938B-C815-C8AA-B7A70CFAAD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512B909-928E-4109-B201-CAA7941737B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1FE3C03-D55D-6797-1A57-30FDD5EEDFB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851DF9A-9DAE-2D56-2D2A-6BB9A89C8E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B59440-280B-4979-BB8D-AC0F401E8FAB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CA8FC56-B70C-626B-0FC5-72226EB167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BE41E33-7BBA-18A0-AE51-39EE6CFE89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1EE3A-C8B0-414B-885A-09FBF40F3A2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71321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F3F2D6-7CB9-BB38-1A70-6BD0FD3B17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31277A6-E8B6-C4FA-E256-FE709A57864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410B66-66B6-B541-9780-7025676797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B59440-280B-4979-BB8D-AC0F401E8FAB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445B34-A271-D0AD-B0A2-740D99BDF4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D361C24-AB69-56E9-BAF4-9EC21720E5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1EE3A-C8B0-414B-885A-09FBF40F3A2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831926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8A3B780-7FAC-2AE9-1966-03378895046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98ACDCB-9ACC-8EF7-4E63-4EAB6EA9513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85372A-80BD-B796-C6B3-7B4C2A84C1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B59440-280B-4979-BB8D-AC0F401E8FAB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54E02FC-D30F-59D2-64BD-A6FBAFD657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7E4851-EF4F-8F73-BCBA-652AA89B07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1EE3A-C8B0-414B-885A-09FBF40F3A2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729774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46C0E22-B539-A93F-E80F-B2F6F6F4F6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2A5E6FB-E19D-CF9C-F5C5-A88E83C2077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504F2E4-366B-7F53-8C66-E5094905C7E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7B59440-280B-4979-BB8D-AC0F401E8FAB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091ECF0-3F41-3418-44AC-57D7EDB558E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8FCD7F-181F-812A-6722-DD9E6A493D8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741EE3A-C8B0-414B-885A-09FBF40F3A2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98056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" name="Group 30">
            <a:extLst>
              <a:ext uri="{FF2B5EF4-FFF2-40B4-BE49-F238E27FC236}">
                <a16:creationId xmlns:a16="http://schemas.microsoft.com/office/drawing/2014/main" id="{2414E57A-F048-5DFD-FA41-9111368B08F3}"/>
              </a:ext>
            </a:extLst>
          </p:cNvPr>
          <p:cNvGrpSpPr/>
          <p:nvPr/>
        </p:nvGrpSpPr>
        <p:grpSpPr>
          <a:xfrm>
            <a:off x="2926080" y="507805"/>
            <a:ext cx="6647242" cy="5545523"/>
            <a:chOff x="2926080" y="507805"/>
            <a:chExt cx="6647242" cy="5545523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84A93276-B405-9F4A-3E1D-FE53159B8606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4177427" y="507805"/>
              <a:ext cx="4512473" cy="1850176"/>
              <a:chOff x="130851" y="0"/>
              <a:chExt cx="12521474" cy="5133975"/>
            </a:xfrm>
          </p:grpSpPr>
          <p:pic>
            <p:nvPicPr>
              <p:cNvPr id="5" name="Picture 4">
                <a:extLst>
                  <a:ext uri="{FF2B5EF4-FFF2-40B4-BE49-F238E27FC236}">
                    <a16:creationId xmlns:a16="http://schemas.microsoft.com/office/drawing/2014/main" id="{43E254D7-E56B-A6F6-D6F4-077E10D7EC7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30851" y="0"/>
                <a:ext cx="4000500" cy="5133975"/>
              </a:xfrm>
              <a:prstGeom prst="rect">
                <a:avLst/>
              </a:prstGeom>
            </p:spPr>
          </p:pic>
          <p:pic>
            <p:nvPicPr>
              <p:cNvPr id="7" name="Picture 6">
                <a:extLst>
                  <a:ext uri="{FF2B5EF4-FFF2-40B4-BE49-F238E27FC236}">
                    <a16:creationId xmlns:a16="http://schemas.microsoft.com/office/drawing/2014/main" id="{AEF56447-BB90-2E3E-7E98-6FE89AB2BC6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438650" y="0"/>
                <a:ext cx="3724275" cy="5133975"/>
              </a:xfrm>
              <a:prstGeom prst="rect">
                <a:avLst/>
              </a:prstGeom>
            </p:spPr>
          </p:pic>
          <p:pic>
            <p:nvPicPr>
              <p:cNvPr id="9" name="Picture 8">
                <a:extLst>
                  <a:ext uri="{FF2B5EF4-FFF2-40B4-BE49-F238E27FC236}">
                    <a16:creationId xmlns:a16="http://schemas.microsoft.com/office/drawing/2014/main" id="{E573E413-CB98-C891-5446-5003022FEA9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8023175" y="0"/>
                <a:ext cx="4629150" cy="5114925"/>
              </a:xfrm>
              <a:prstGeom prst="rect">
                <a:avLst/>
              </a:prstGeom>
            </p:spPr>
          </p:pic>
        </p:grpSp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491EFB96-C99F-F528-F1F1-9BE0D9FB17D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2926080" y="2404872"/>
              <a:ext cx="1668857" cy="1691640"/>
            </a:xfrm>
            <a:prstGeom prst="rect">
              <a:avLst/>
            </a:prstGeom>
          </p:spPr>
        </p:pic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AF3DA541-EC7D-F7F0-8F9B-63E6BB31312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4590288" y="2404872"/>
              <a:ext cx="1651903" cy="1691640"/>
            </a:xfrm>
            <a:prstGeom prst="rect">
              <a:avLst/>
            </a:prstGeom>
          </p:spPr>
        </p:pic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A6658D9D-13C8-7BE6-8155-C978010EBA93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6245352" y="2404872"/>
              <a:ext cx="1668933" cy="1691640"/>
            </a:xfrm>
            <a:prstGeom prst="rect">
              <a:avLst/>
            </a:prstGeom>
          </p:spPr>
        </p:pic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BED0070D-EE1D-05D0-B6F8-26F4815C437C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7918704" y="2404872"/>
              <a:ext cx="1654618" cy="1691640"/>
            </a:xfrm>
            <a:prstGeom prst="rect">
              <a:avLst/>
            </a:prstGeom>
          </p:spPr>
        </p:pic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70C66036-F182-1F4D-3DFB-7092EF47FF86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3675888" y="4224528"/>
              <a:ext cx="1785842" cy="1828800"/>
            </a:xfrm>
            <a:prstGeom prst="rect">
              <a:avLst/>
            </a:prstGeom>
          </p:spPr>
        </p:pic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DD58DA02-067F-71D6-93DA-2E82B4BF5DDB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5486400" y="4224528"/>
              <a:ext cx="1785842" cy="1828800"/>
            </a:xfrm>
            <a:prstGeom prst="rect">
              <a:avLst/>
            </a:prstGeom>
          </p:spPr>
        </p:pic>
        <p:pic>
          <p:nvPicPr>
            <p:cNvPr id="30" name="Picture 29">
              <a:extLst>
                <a:ext uri="{FF2B5EF4-FFF2-40B4-BE49-F238E27FC236}">
                  <a16:creationId xmlns:a16="http://schemas.microsoft.com/office/drawing/2014/main" id="{3760F2E0-0342-FFCF-975C-1B921D6A2B66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7278624" y="4224528"/>
              <a:ext cx="1828800" cy="18288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79699205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89</TotalTime>
  <Words>0</Words>
  <Application>Microsoft Office PowerPoint</Application>
  <PresentationFormat>Widescreen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David Barker</dc:creator>
  <cp:lastModifiedBy>David Barker</cp:lastModifiedBy>
  <cp:revision>2</cp:revision>
  <dcterms:created xsi:type="dcterms:W3CDTF">2026-05-19T23:32:55Z</dcterms:created>
  <dcterms:modified xsi:type="dcterms:W3CDTF">2026-05-20T15:20:27Z</dcterms:modified>
</cp:coreProperties>
</file>