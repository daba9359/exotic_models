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89" d="100"/>
          <a:sy n="89" d="100"/>
        </p:scale>
        <p:origin x="64" y="3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73B74-DD46-233D-FB33-979E391172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952752-5AA5-251B-0A5B-EF9DBB842A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CB3C6B-1B17-466E-22A3-2E864326CC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59440-280B-4979-BB8D-AC0F401E8FAB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D1F475-D1AF-D124-391D-EF1382DB48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62D2D6-F838-4D10-41D2-1B4E4A6CB0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1EE3A-C8B0-414B-885A-09FBF40F3A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555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EB1008-1A7B-F016-2BE0-92B256BE24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BD26FF-FA90-EEB9-BDE6-80B498C596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8B4C23-E132-A593-C53D-1685465DE0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59440-280B-4979-BB8D-AC0F401E8FAB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5FA2B9-7E89-F5CE-20F2-C586182ED3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8A4170-1563-D21A-C633-2321E8A9A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1EE3A-C8B0-414B-885A-09FBF40F3A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56599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AEED-1674-4BFD-2604-E30D367310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55F46F-A426-BBFE-5A66-3B6EF36E9B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B318ED-829D-023C-EB01-4A1E8B7D0F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59440-280B-4979-BB8D-AC0F401E8FAB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2F11A6-6889-35BB-304E-711BE50BD8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BB9EB8-578C-F855-9C32-944AE4E89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1EE3A-C8B0-414B-885A-09FBF40F3A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481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87F491-93B0-CC5D-AF13-9CC6E63164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4DA568-8112-B305-21CC-503A6EE4EC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E55402-20C1-E027-4EA4-A2D2C9BE8D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5E8290-3322-5AED-EBE7-D8E8A8C768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59440-280B-4979-BB8D-AC0F401E8FAB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FD5C98-8A25-FE68-FBDD-7A4EEF39C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924D09-F153-5B16-82AD-EB11B4C63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1EE3A-C8B0-414B-885A-09FBF40F3A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85734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156D9D-B45B-A1DD-D8AC-9BDC609447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D7F5B9-2D02-4917-63E8-0F72066B25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597364-E1B3-FBF7-113F-1199A4A54A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6C94D1-4864-10E3-CB5D-477DA2B641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8C7543B-C8D1-5CF2-2EA4-7970451EE9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2782081-0F58-6BB0-6B14-F75C714364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59440-280B-4979-BB8D-AC0F401E8FAB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66809EB-B5F4-4DCF-FDEF-C00875E4E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06610F6-84D6-03E7-B44D-61AB35AF3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1EE3A-C8B0-414B-885A-09FBF40F3A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71036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B0CFA8-2682-94EE-FA06-61363196F9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AE53783-06AF-02C3-6778-4DA88C33F5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59440-280B-4979-BB8D-AC0F401E8FAB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E3D97D-A3D1-2E02-12A1-F0CA74818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02E427-85B9-787E-A36B-5A931F53E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1EE3A-C8B0-414B-885A-09FBF40F3A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50699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CD7821D-C191-4485-46B1-9D831A4E5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59440-280B-4979-BB8D-AC0F401E8FAB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29FD26F-CA17-2272-B511-5E1B6163EE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9271C5-02DE-1F30-78BC-A31FA3BC9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1EE3A-C8B0-414B-885A-09FBF40F3A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07444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00213-963E-631C-29CD-BC8AEA43F1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C30C8F-DC94-4DFF-6BE5-8C9B1A026E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DD4F67-6910-2DA7-C91B-549371CEF2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702988-DBEA-48F1-BB20-B23B6F12D4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59440-280B-4979-BB8D-AC0F401E8FAB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C76440-7785-FD0B-5944-72CC9FA3B0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1E6F23-116D-F983-6073-7694CB1E5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1EE3A-C8B0-414B-885A-09FBF40F3A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46043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9AAC2-938B-C815-C8AA-B7A70CFAAD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12B909-928E-4109-B201-CAA7941737B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1FE3C03-D55D-6797-1A57-30FDD5EEDF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51DF9A-9DAE-2D56-2D2A-6BB9A89C8E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59440-280B-4979-BB8D-AC0F401E8FAB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A8FC56-B70C-626B-0FC5-72226EB167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E41E33-7BBA-18A0-AE51-39EE6CFE89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1EE3A-C8B0-414B-885A-09FBF40F3A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1321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3F2D6-7CB9-BB38-1A70-6BD0FD3B17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31277A6-E8B6-C4FA-E256-FE709A5786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410B66-66B6-B541-9780-7025676797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59440-280B-4979-BB8D-AC0F401E8FAB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445B34-A271-D0AD-B0A2-740D99BDF4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361C24-AB69-56E9-BAF4-9EC21720E5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1EE3A-C8B0-414B-885A-09FBF40F3A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83192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8A3B780-7FAC-2AE9-1966-0337889504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8ACDCB-9ACC-8EF7-4E63-4EAB6EA951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85372A-80BD-B796-C6B3-7B4C2A84C1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59440-280B-4979-BB8D-AC0F401E8FAB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4E02FC-D30F-59D2-64BD-A6FBAFD657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7E4851-EF4F-8F73-BCBA-652AA89B0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1EE3A-C8B0-414B-885A-09FBF40F3A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72977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46C0E22-B539-A93F-E80F-B2F6F6F4F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A5E6FB-E19D-CF9C-F5C5-A88E83C207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04F2E4-366B-7F53-8C66-E5094905C7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B59440-280B-4979-BB8D-AC0F401E8FAB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91ECF0-3F41-3418-44AC-57D7EDB558E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8FCD7F-181F-812A-6722-DD9E6A493D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41EE3A-C8B0-414B-885A-09FBF40F3A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98056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BC9DF18-3F5E-BCB8-C84B-58F75CA8CA3B}"/>
              </a:ext>
            </a:extLst>
          </p:cNvPr>
          <p:cNvGrpSpPr/>
          <p:nvPr/>
        </p:nvGrpSpPr>
        <p:grpSpPr>
          <a:xfrm>
            <a:off x="2926080" y="507805"/>
            <a:ext cx="6647242" cy="3588707"/>
            <a:chOff x="2926080" y="507805"/>
            <a:chExt cx="6647242" cy="3588707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84A93276-B405-9F4A-3E1D-FE53159B8606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177427" y="507805"/>
              <a:ext cx="4512473" cy="1850176"/>
              <a:chOff x="130851" y="0"/>
              <a:chExt cx="12521474" cy="5133975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43E254D7-E56B-A6F6-D6F4-077E10D7EC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30851" y="0"/>
                <a:ext cx="4000500" cy="5133975"/>
              </a:xfrm>
              <a:prstGeom prst="rect">
                <a:avLst/>
              </a:prstGeom>
            </p:spPr>
          </p:pic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AEF56447-BB90-2E3E-7E98-6FE89AB2BC6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438650" y="0"/>
                <a:ext cx="3724275" cy="5133975"/>
              </a:xfrm>
              <a:prstGeom prst="rect">
                <a:avLst/>
              </a:prstGeom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E573E413-CB98-C891-5446-5003022FEA9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023175" y="0"/>
                <a:ext cx="4629150" cy="5114925"/>
              </a:xfrm>
              <a:prstGeom prst="rect">
                <a:avLst/>
              </a:prstGeom>
            </p:spPr>
          </p:pic>
        </p:grp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91EFB96-C99F-F528-F1F1-9BE0D9FB17D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926080" y="2404872"/>
              <a:ext cx="1668857" cy="169164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AF3DA541-EC7D-F7F0-8F9B-63E6BB31312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590288" y="2404872"/>
              <a:ext cx="1651903" cy="1691640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A6658D9D-13C8-7BE6-8155-C978010EBA9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245352" y="2404872"/>
              <a:ext cx="1668933" cy="1691640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BED0070D-EE1D-05D0-B6F8-26F4815C437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918704" y="2404872"/>
              <a:ext cx="1654618" cy="1691640"/>
            </a:xfrm>
            <a:prstGeom prst="rect">
              <a:avLst/>
            </a:prstGeom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A3AA70E-B5EF-BB17-54C0-20BC537F8828}"/>
              </a:ext>
            </a:extLst>
          </p:cNvPr>
          <p:cNvGrpSpPr/>
          <p:nvPr/>
        </p:nvGrpSpPr>
        <p:grpSpPr>
          <a:xfrm>
            <a:off x="3341003" y="4479720"/>
            <a:ext cx="5679372" cy="1938731"/>
            <a:chOff x="3341003" y="4479720"/>
            <a:chExt cx="5679372" cy="1938731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EBA08266-8F86-D7D7-65AE-5B168416170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3341003" y="4479720"/>
              <a:ext cx="1893190" cy="1938731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6BE08422-8E1F-A036-68F5-14105B51732F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5234193" y="4479720"/>
              <a:ext cx="1892992" cy="1938528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178E0A06-9E59-9B10-EC90-F0F7A679674D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7127383" y="4479720"/>
              <a:ext cx="1892992" cy="193852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969920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351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Barker</dc:creator>
  <cp:lastModifiedBy>David Barker</cp:lastModifiedBy>
  <cp:revision>3</cp:revision>
  <dcterms:created xsi:type="dcterms:W3CDTF">2026-05-19T23:32:55Z</dcterms:created>
  <dcterms:modified xsi:type="dcterms:W3CDTF">2026-05-21T21:12:51Z</dcterms:modified>
</cp:coreProperties>
</file>